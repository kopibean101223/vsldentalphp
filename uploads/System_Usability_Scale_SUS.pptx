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4" r:id="rId8"/>
    <p:sldId id="266" r:id="rId9"/>
    <p:sldId id="265" r:id="rId10"/>
    <p:sldId id="267" r:id="rId11"/>
    <p:sldId id="268" r:id="rId12"/>
    <p:sldId id="269" r:id="rId13"/>
    <p:sldId id="260" r:id="rId14"/>
    <p:sldId id="270" r:id="rId15"/>
    <p:sldId id="271" r:id="rId16"/>
    <p:sldId id="26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2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System Usability Scale (SUS)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and Sample Instrument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the System Usability Scale (SUS)?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A standardized 10-item questionnaire for assessing usability.</a:t>
            </a:r>
          </a:p>
          <a:p>
            <a:pPr marL="0" indent="0">
              <a:buNone/>
            </a:pPr>
            <a:r>
              <a:rPr dirty="0"/>
              <a:t>• Developed by John Brooke (1986) at Digital Equipment Corporation.</a:t>
            </a:r>
          </a:p>
          <a:p>
            <a:pPr marL="0" indent="0">
              <a:buNone/>
            </a:pPr>
            <a:r>
              <a:rPr dirty="0"/>
              <a:t>• Applicable to websites, apps, hardware, and digital systems.</a:t>
            </a:r>
          </a:p>
          <a:p>
            <a:pPr marL="0" indent="0">
              <a:buNone/>
            </a:pPr>
            <a:r>
              <a:rPr dirty="0"/>
              <a:t>• Produces a score from 0 to 100 (higher = better usability).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 Sample Questionnaire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2516"/>
          </a:xfrm>
        </p:spPr>
        <p:txBody>
          <a:bodyPr>
            <a:normAutofit/>
          </a:bodyPr>
          <a:lstStyle/>
          <a:p>
            <a:r>
              <a:rPr sz="1800" dirty="0"/>
              <a:t>Rate each statement from 1 (Strongly Disagree) to 5 (Strongly Agree):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F4BA5-7790-378E-2A1A-444597BD2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087" y="1945758"/>
            <a:ext cx="5431825" cy="47952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1592-5062-C5EA-0AC2-84BDF633B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CDF8-74D1-86A0-737D-8EB6F2AC6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F3C7BB-4305-9E12-59C6-59FEDC868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57" y="0"/>
            <a:ext cx="68684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23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to Score the 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For odd-numbered items: subtract 1 from the score.</a:t>
            </a:r>
          </a:p>
          <a:p>
            <a:r>
              <a:rPr sz="2000" dirty="0"/>
              <a:t>For even-numbered items: subtract the score from 5.</a:t>
            </a:r>
          </a:p>
          <a:p>
            <a:r>
              <a:rPr sz="2000" dirty="0"/>
              <a:t>Sum the adjusted scores for all 10 items (0–40 range).</a:t>
            </a:r>
          </a:p>
          <a:p>
            <a:r>
              <a:rPr sz="2000" dirty="0"/>
              <a:t>Multiply the total by 2.5 to obtain a score between 0–100.</a:t>
            </a:r>
          </a:p>
          <a:p>
            <a:r>
              <a:rPr sz="2000" dirty="0" err="1"/>
              <a:t>nterpretation</a:t>
            </a:r>
            <a:r>
              <a:rPr sz="2000" dirty="0"/>
              <a:t>: higher = better usability (68 is average).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5B05-FB47-FB36-9E38-89EE2C1B6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F278D-2C6E-A692-2709-612CC056E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F9391A-AD20-3753-F704-050B8D49E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44359"/>
            <a:ext cx="7772400" cy="563764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D4A823D-A0F1-6E82-3750-0CB120AF6CEA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dirty="0"/>
              <a:t>How to Score the SUS</a:t>
            </a:r>
          </a:p>
        </p:txBody>
      </p:sp>
    </p:spTree>
    <p:extLst>
      <p:ext uri="{BB962C8B-B14F-4D97-AF65-F5344CB8AC3E}">
        <p14:creationId xmlns:p14="http://schemas.microsoft.com/office/powerpoint/2010/main" val="2482865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A62C3F-E7C3-496A-48D8-EABA787A2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17570"/>
            <a:ext cx="7772400" cy="320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876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FF796-8548-827A-7570-C610A88DB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DBF21-C877-C8EF-1216-E768FB782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D3935-4338-E803-EAFE-51BB5671B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27" y="274638"/>
            <a:ext cx="7409068" cy="648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4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7270E-2AA9-9889-3944-77FE3C8B6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1D213-8464-B936-8673-2A8CE98C7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E033D1-AC0F-2E5B-3E26-2C63FE887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185" y="386815"/>
            <a:ext cx="2565767" cy="22442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C92F06-0EDE-CD7C-B199-7E559C423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22" y="386815"/>
            <a:ext cx="6197263" cy="578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445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E7D1-D660-8369-77F8-3EC19DEEE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34B30-05C1-E5FC-C6AA-BDDABB6E9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A338B6-1ACC-05CC-070F-5EA4D0FA3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888" y="0"/>
            <a:ext cx="72342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279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77165-3B86-57E3-CABC-9CF8FFE33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3EFB0-EC52-2505-7B0C-EF10802BD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D06115-5483-6B44-75AF-D2D33379E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27" y="0"/>
            <a:ext cx="63583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11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47E0F-D0A5-21FC-27C2-5196AC75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3E36B-8490-D3A3-341E-AE3F95A32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98E4DF-B02D-53D5-BC22-4A7FE52D2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6" y="1600200"/>
            <a:ext cx="8410434" cy="339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303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SUS Scores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B5705-C9AB-234F-C9BE-9BBA26FDD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247" y="1417638"/>
            <a:ext cx="4557823" cy="474212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621B61-939F-F032-4087-51C629C52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CC29-1B10-F3FE-B2F5-BFDA877F4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59112-9CAB-E3CA-4D77-E7531344E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45215C-0895-8F56-FC38-4E2E99075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06" y="0"/>
            <a:ext cx="7540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011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8EBD6-0E94-2CE6-991B-F3D08EEC1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A0D22-1FA9-03F6-774A-C98ED2718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39805-743F-FED0-0267-D552CE74E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2314"/>
            <a:ext cx="7772400" cy="589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29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Tips for Using 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Administer after users interact with the system.</a:t>
            </a:r>
          </a:p>
          <a:p>
            <a:r>
              <a:rPr dirty="0"/>
              <a:t>• Maintain the original wording of questions for consistency.</a:t>
            </a:r>
          </a:p>
          <a:p>
            <a:r>
              <a:rPr dirty="0"/>
              <a:t>• Combine with qualitative feedback for richer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186</Words>
  <Application>Microsoft Macintosh PowerPoint</Application>
  <PresentationFormat>On-screen Show (4:3)</PresentationFormat>
  <Paragraphs>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System Usability Scale (SUS)</vt:lpstr>
      <vt:lpstr>What is the System Usability Scale (SUS)?</vt:lpstr>
      <vt:lpstr>SUS Sample Questionnaire</vt:lpstr>
      <vt:lpstr>PowerPoint Presentation</vt:lpstr>
      <vt:lpstr>How to Score the SUS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Interpreting SUS Scores</vt:lpstr>
      <vt:lpstr>PowerPoint Presentation</vt:lpstr>
      <vt:lpstr>PowerPoint Presentation</vt:lpstr>
      <vt:lpstr>Tips for Using SUS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Usability Scale (SUS)</dc:title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2025-10-19T14:14:00Z</dcterms:modified>
  <cp:category/>
</cp:coreProperties>
</file>